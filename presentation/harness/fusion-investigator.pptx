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[0:00-0:40 | Slide 1. Begin after the broader project's introduction.]</a:t>
            </a:r>
          </a:p>
          <a:p/>
          <a:p>
            <a:r>
              <a:t>I'll focus on the investigation assistant we built with Flower's agent harness.</a:t>
            </a:r>
          </a:p>
          <a:p/>
          <a:p>
            <a:r>
              <a:t>Imagine a plasma is colder than expected after heating. Did more heat escape, or did less power actually reach it? What evidence would separate those explanations?</a:t>
            </a:r>
          </a:p>
          <a:p/>
          <a:p>
            <a:r>
              <a:t>Fusion Investigator helps with that work between experiments. It asks configured tools for evidence and recommends a measurement. It's for physicists and diagnostic teams. The harness is the software around the model that runs the investigation.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[0:40-1:20 | Slide 2. Follow the three columns from left to right.]</a:t>
            </a:r>
          </a:p>
          <a:p/>
          <a:p>
            <a:r>
              <a:t>The input is a research question and a set of configured sites. Site analysis uses temperature, density and heating profiles. Our example uses synthetic data from a reduced transport model.</a:t>
            </a:r>
          </a:p>
          <a:p/>
          <a:p>
            <a:r>
              <a:t>The investigator receives specific products: machine context, a transport category, a rounded profile, or a source-audit result. It can also receive a refusal.</a:t>
            </a:r>
          </a:p>
          <a:p/>
          <a:p>
            <a:r>
              <a:t>The intended output is a report citing that evidence, explaining what's still unknown, and recommending the next measurement. We keep the tool results alongside it so researchers can check its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[1:20-2:05 | Slide 3. Point to the fixed workflow first, then the policy chain.]</a:t>
            </a:r>
          </a:p>
          <a:p/>
          <a:p>
            <a:r>
              <a:t>A fixed workflow is a good baseline for this example. An agent could choose its next request based on an unexpected result or missing evidence.</a:t>
            </a:r>
          </a:p>
          <a:p/>
          <a:p>
            <a:r>
              <a:t>The model can choose requests, but Python controls execution. The gateway requires context before balance, then a source check. Those releases cost one, two and two units, within a five-unit allowance per site and case. Repeating a released product uses the cache.</a:t>
            </a:r>
          </a:p>
          <a:p/>
          <a:p>
            <a:r>
              <a:t>These are disclosure accounting units. They don't provide differential privacy, and we haven't yet measured whether the agent makes better decisions than a fixed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[2:05-3:25 | Slide 4. Trace the loop, then point to the two state stores.]</a:t>
            </a:r>
          </a:p>
          <a:p/>
          <a:p>
            <a:r>
              <a:t>Here is where Flower comes in. It loads our AgentApp and calls its Python entry point. Our application sends the question and tool definitions to Flower's model endpoint.</a:t>
            </a:r>
          </a:p>
          <a:p/>
          <a:p>
            <a:r>
              <a:t>The model returns a structured tool request. Our code checks the arguments and dispatches it. For a facility evidence request, a separate steward model context can ask for release or decline. Even if it asks for release, the gateway still applies its rules.</a:t>
            </a:r>
          </a:p>
          <a:p/>
          <a:p>
            <a:r>
              <a:t>The result goes back into the investigator's context, and the model can choose another request. We bound that loop; the defaults are eight planning turns and sixteen tool calls. Then we request a final report with tool use disabled and publish its streamed events through Flower.</a:t>
            </a:r>
          </a:p>
          <a:p/>
          <a:p>
            <a:r>
              <a:t>Flower supplies execution, model access, events and run-series state. We wrote the loop, tools, stewards and disclosure policy. Our app uses custom site adapters.</a:t>
            </a:r>
          </a:p>
          <a:p/>
          <a:p>
            <a:r>
              <a:t>Flower holds the run-series state; the gateway uses a separate SQLite ledger. The default sites share one process. Separate site services are supported; this example runs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[3:25-4:25 | Slide 5. Read A, B, C, then follow the arrow to the recommendation.</a:t>
            </a:r>
          </a:p>
          <a:p>
            <a:r>
              <a:t>This is a static summary of captured gateway outputs, not a live agent run.</a:t>
            </a:r>
          </a:p>
          <a:p>
            <a:r>
              <a:t>Keep the optional replay closed during the five-minute talk.]</a:t>
            </a:r>
          </a:p>
          <a:p/>
          <a:p>
            <a:r>
              <a:t>This example shows the kind of evidence the loop can receive. These are actual gateway outputs from three synthetic facilities; no model chose this sequence.</a:t>
            </a:r>
          </a:p>
          <a:p/>
          <a:p>
            <a:r>
              <a:t>At A, transport appears elevated, but that calculation assumes the commanded heating was delivered. A has no independent source audit, so the cause stays open.</a:t>
            </a:r>
          </a:p>
          <a:p/>
          <a:p>
            <a:r>
              <a:t>B has an audit in this constructed scenario. It reports lower delivered power. Recomputing transport with that source brings it near the reference. That suggests a useful measurement at A; it doesn't diagnose A.</a:t>
            </a:r>
          </a:p>
          <a:p/>
          <a:p>
            <a:r>
              <a:t>C fails the demo's gradient criterion, so the gateway refuses its balance result. That is a chosen applicability rule, not a universal statement about plasma physics.</a:t>
            </a:r>
          </a:p>
          <a:p/>
          <a:p>
            <a:r>
              <a:t>The recommendation is to independently verify delivered heating at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[4:25-5:00 | Slide 6. Finish with the evaluation, then hand back to the team.]</a:t>
            </a:r>
          </a:p>
          <a:p/>
          <a:p>
            <a:r>
              <a:t>We have an executable investigation workflow with controlled evidence requests and a record we can inspect.</a:t>
            </a:r>
          </a:p>
          <a:p/>
          <a:p>
            <a:r>
              <a:t>The next evaluation is an agent against a fixed workflow, with the same tools and budgets, on cases it hasn't seen. We'd measure whether it recommends a useful diagnostic, respects the limits, and how much time and model use it costs.</a:t>
            </a:r>
          </a:p>
          <a:p/>
          <a:p>
            <a:r>
              <a:t>For this example, the useful outcome is knowing what to measure next, while leaving A's diagnosis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What it is and who it is for">
    <p:spTree>
      <p:nvGrpSpPr>
        <p:cNvPr id="1" name=""/>
        <p:cNvGrpSpPr/>
        <p:nvPr/>
      </p:nvGrpSpPr>
      <p:grpSpPr/>
      <p:pic>
        <p:nvPicPr>
          <p:cNvPr id="2" name="Slide 1 — What it is and who it is for" descr="I'll focus on the investigation assistant we built with Flower's agent harness.&#10;&#10;Imagine a plasma is colder than expected after heating. Did more heat escape, or did less power actually reach it? What evidence would separate those explanations?&#10;&#10;Fusion Investigator helps with that work between experiments. It asks configured tools for evidence and recommends a measurement. It's for physicists and diagnostic teams. The harness is the software around the model that runs the investiga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What goes in and what comes out">
    <p:spTree>
      <p:nvGrpSpPr>
        <p:cNvPr id="1" name=""/>
        <p:cNvGrpSpPr/>
        <p:nvPr/>
      </p:nvGrpSpPr>
      <p:grpSpPr/>
      <p:pic>
        <p:nvPicPr>
          <p:cNvPr id="2" name="Slide 2 — What goes in and what comes out" descr="The input is a research question and a set of configured sites. Site analysis uses temperature, density and heating profiles. Our example uses synthetic data from a reduced transport model.&#10;&#10;The investigator receives specific products: machine context, a transport category, a rounded profile, or a source-audit result. It can also receive a refusal.&#10;&#10;The intended output is a report citing that evidence, explaining what's still unknown, and recommending the next measurement. We keep the tool results alongside it so researchers can check its clai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Why use an agent here?">
    <p:spTree>
      <p:nvGrpSpPr>
        <p:cNvPr id="1" name=""/>
        <p:cNvGrpSpPr/>
        <p:nvPr/>
      </p:nvGrpSpPr>
      <p:grpSpPr/>
      <p:pic>
        <p:nvPicPr>
          <p:cNvPr id="2" name="Slide 3 — Why use an agent here?" descr="A fixed workflow is a good baseline for this example. An agent could choose its next request based on an unexpected result or missing evidence.&#10;&#10;The model can choose requests, but Python controls execution. The gateway requires context before balance, then a source check. Those releases cost one, two and two units, within a five-unit allowance per site and case. Repeating a released product uses the cache.&#10;&#10;These are disclosure accounting units. They don't provide differential privacy, and we haven't yet measured whether the agent makes better decisions than a fixed workflow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Inside one Flower AgentApp run">
    <p:spTree>
      <p:nvGrpSpPr>
        <p:cNvPr id="1" name=""/>
        <p:cNvGrpSpPr/>
        <p:nvPr/>
      </p:nvGrpSpPr>
      <p:grpSpPr/>
      <p:pic>
        <p:nvPicPr>
          <p:cNvPr id="2" name="Slide 4 — Inside one Flower AgentApp run" descr="Here is where Flower comes in. It loads our AgentApp and calls its Python entry point. Our application sends the question and tool definitions to Flower's model endpoint.&#10;&#10;The model returns a structured tool request. Our code checks the arguments and dispatches it. For a facility evidence request, a separate steward model context can ask for release or decline. Even if it asks for release, the gateway still applies its rules.&#10;&#10;The result goes back into the investigator's context, and the model can choose another request. We bound that loop; the defaults are eight planning turns and sixteen tool calls. Then we request a final report with tool use disabled and publish its streamed events through Flower.&#10;&#10;Flower supplies execution, model access, events and run-series state. We wrote the loop, tools, stewards and disclosure policy. Our app uses custom site adapters.&#10;&#10;Flower holds the run-series state; the gateway uses a separate SQLite ledger. The default sites share one process. Separate site services are supported; this example runs locall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The heating example">
    <p:spTree>
      <p:nvGrpSpPr>
        <p:cNvPr id="1" name=""/>
        <p:cNvGrpSpPr/>
        <p:nvPr/>
      </p:nvGrpSpPr>
      <p:grpSpPr/>
      <p:pic>
        <p:nvPicPr>
          <p:cNvPr id="2" name="Slide 5 — The heating example" descr="This example shows the kind of evidence the loop can receive. These are actual gateway outputs from three synthetic facilities; no model chose this sequence.&#10;&#10;At A, transport appears elevated, but that calculation assumes the commanded heating was delivered. A has no independent source audit, so the cause stays open.&#10;&#10;B has an audit in this constructed scenario. It reports lower delivered power. Recomputing transport with that source brings it near the reference. That suggests a useful measurement at A; it doesn't diagnose A.&#10;&#10;C fails the demo's gradient criterion, so the gateway refuses its balance result. That is a chosen applicability rule, not a universal statement about plasma physics.&#10;&#10;The recommendation is to independently verify delivered heating at 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What we can claim and what comes next">
    <p:spTree>
      <p:nvGrpSpPr>
        <p:cNvPr id="1" name=""/>
        <p:cNvGrpSpPr/>
        <p:nvPr/>
      </p:nvGrpSpPr>
      <p:grpSpPr/>
      <p:pic>
        <p:nvPicPr>
          <p:cNvPr id="2" name="Slide 6 — What we can claim and what comes next" descr="We have an executable investigation workflow with controlled evidence requests and a record we can inspect.&#10;&#10;The next evaluation is an agent against a fixed workflow, with the same tools and budgets, on cases it hasn't seen. We'd measure whether it recommends a useful diagnostic, respects the limits, and how much time and model use it costs.&#10;&#10;For this example, the useful outcome is knowing what to measure next, while leaving A's diagnosis op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Fusion Investigator — Flower agent harness</dc:title>
  <dc:subject>Five-minute harness explanation and synthetic worked example</dc:subject>
  <dc:creator>Fusion Investigator project</dc:creator>
  <cp:keywords>Flower, AgentApp, fusion, synthetic, investigation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